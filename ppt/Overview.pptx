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entury Gothic Paneuropean Bold" charset="1" panose="020B0702020202020204"/>
      <p:regular r:id="rId13"/>
    </p:embeddedFont>
    <p:embeddedFont>
      <p:font typeface="Century Gothic Paneuropean" charset="1" panose="020B05020202020202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517276"/>
            <a:ext cx="13018493" cy="328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REMOTE S</a:t>
            </a: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ENSING–BASED DETECTION AND TRACKING OF MARINE LITTER</a:t>
            </a:r>
          </a:p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(EMPHASIS ON MACRO PLASTIC) ALONG THE INDIAN COAST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1920" y="4978905"/>
            <a:ext cx="12916732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JRF:</a:t>
            </a: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Kaushal Nileshbhai Maniyar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69057" y="4988430"/>
            <a:ext cx="886946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 Guidance: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Dr. Madhuri Bhavsar (PI)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Dr. Sudeep Tanwar, Dr. Swati Jain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Dr. Jaiprakash Verma, Dr. Madhukant Patel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5970" y="8559670"/>
            <a:ext cx="84760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itute of Technology, Nirma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5628" y="1625243"/>
            <a:ext cx="162336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</a:t>
            </a: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BACKGROUND &amp; MOTIVATION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303" y="3018498"/>
            <a:ext cx="15686818" cy="63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Marine plastic pollution is a major global threat; plastic constitutes 60–80% of marine litter, reaching up to 95% in some regions.</a:t>
            </a:r>
          </a:p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Plastic debris affects marine life, human health, and coastal ecosystems.</a:t>
            </a:r>
          </a:p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monitoring using boats/drones is limited; satellite-based approaches offer large-scale, cost-effective monitoring.</a:t>
            </a:r>
          </a:p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Goal: Develop AI/ML-based methods to detect floating plastic using multispectral remote sensing data (Reve Spectrometer &amp; Sentinel-2).</a:t>
            </a:r>
          </a:p>
          <a:p>
            <a:pPr algn="just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</a:t>
            </a: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ETHODOLOGY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Sources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Controlled experiments with Reve Spectrometer (410–940 nm, 18 bands).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Natural sites: Bopal Canal, Charo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 Lake, and Nirma campus.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 satellite data from the MADOS dataset (Sentinel-2).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Processing Pipeline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Reflectance normalization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engineering (NDVI, FDI, SSI)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Balanced dataset via SMOTE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training: ML (SVM, RF, MLP, kNN) &amp; Deep Learning (1D-CNN, CNN+Transformer)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Post-processing: DBSCAN, Closing Operation, Modulo Filter, SAM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</a:t>
            </a: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IMENTS AND KEY 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Experiment 1 (Spectrometer Dataset)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 plastic + 53 non-plastic samples.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Empirical finding: NDVI + 940 nm most effective features.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SVM &amp; MLP achieved 100% accuracy, RF: 98%,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AdaBoost: 99%.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plastic can be separated even with minimal signal variability.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Experiment 2 (Extended Spectral Data, 469 samples)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Multi-environment, multi-coverage (1% to 100%).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Hybrid 1D CNN + Transformer achieved 97% accuracy.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SHAP analysis identified key wavelengths driving plastic detection.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6207" y="617039"/>
            <a:ext cx="1549558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MADO</a:t>
            </a: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 DATASET STUDY &amp; FIELD VALIDATION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9928" y="3287644"/>
            <a:ext cx="16639730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Focus on real-world floating plastic detection using Sentinel-2 imagery.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SVM achieved Recall 0.98 for marine debris class, but false positives occurred due to Sea Snot / organic matter.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Proposed a new Sea Snot Index (SSI) — limited but helpful.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Post-processing (DBSCAN, Modulo Filter, SAM) significantly improved localization.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Real-site Evaluation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Initial testing gave poor results due to missing atmospheric correction.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After ACOLITE preprocessing, results improved drastically with cleaner predictions and reduced noise.</a:t>
            </a:r>
          </a:p>
          <a:p>
            <a:pPr algn="l">
              <a:lnSpc>
                <a:spcPts val="448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04700" y="938315"/>
            <a:ext cx="122786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CON</a:t>
            </a: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CLUSION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2590029"/>
            <a:ext cx="15149885" cy="763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Conclusion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Devel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oped a robust pipeline for spectral characterization + ML/AI detection of floating plastic.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Achieved high accuracy across controlled and satellite-based datasets.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Future Work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Large-scale operational deployment along the entire Indian coast.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Further optimization of SSI and deep-learning segmentation models.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DAG6kcan3-Y</dc:identifier>
  <dcterms:modified xsi:type="dcterms:W3CDTF">2011-08-01T06:04:30Z</dcterms:modified>
  <cp:revision>1</cp:revision>
  <dc:title>Remote Sensing–based Detection and Tracking of Marine Litter (Emphasis on Macro Plastic) along the Indian Coast</dc:title>
</cp:coreProperties>
</file>